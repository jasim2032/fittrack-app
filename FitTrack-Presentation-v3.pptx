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643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8229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FitTrack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DevOps Practices to 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Fitness Application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Jasim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Practices Module  |  March 2026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566160"/>
            <a:ext cx="1234440" cy="256032"/>
          </a:xfrm>
          <a:prstGeom prst="rect">
            <a:avLst/>
          </a:prstGeom>
          <a:solidFill>
            <a:srgbClr val="00D2FF">
              <a:alpha val="18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5661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874520" y="3566160"/>
            <a:ext cx="1234440" cy="256032"/>
          </a:xfrm>
          <a:prstGeom prst="rect">
            <a:avLst/>
          </a:prstGeom>
          <a:solidFill>
            <a:srgbClr val="2ED573">
              <a:alpha val="1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874520" y="35661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0" y="3566160"/>
            <a:ext cx="1234440" cy="256032"/>
          </a:xfrm>
          <a:prstGeom prst="rect">
            <a:avLst/>
          </a:prstGeom>
          <a:solidFill>
            <a:srgbClr val="6C5CE7">
              <a:alpha val="18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0" y="35661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" y="3913632"/>
            <a:ext cx="1234440" cy="256032"/>
          </a:xfrm>
          <a:prstGeom prst="rect">
            <a:avLst/>
          </a:prstGeom>
          <a:solidFill>
            <a:srgbClr val="00D2FF">
              <a:alpha val="18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913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874520" y="3913632"/>
            <a:ext cx="1234440" cy="256032"/>
          </a:xfrm>
          <a:prstGeom prst="rect">
            <a:avLst/>
          </a:prstGeom>
          <a:solidFill>
            <a:srgbClr val="FFA502">
              <a:alpha val="18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874520" y="3913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5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200400" y="3913632"/>
            <a:ext cx="1234440" cy="256032"/>
          </a:xfrm>
          <a:prstGeom prst="rect">
            <a:avLst/>
          </a:prstGeom>
          <a:solidFill>
            <a:srgbClr val="FF6B6B">
              <a:alpha val="18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3200400" y="39136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+ Vercel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8640" y="4617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fittrack-delta-brown.vercel.app  |  github.com/Jasim2032/fittrack-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Flask + PostgreSQL  |  153 exercises  |  JWT auth  |  Mobile responsive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4206240" cy="20574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777240"/>
            <a:ext cx="4206240" cy="20574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4320" y="2971800"/>
            <a:ext cx="2743200" cy="196596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00400" y="2971800"/>
            <a:ext cx="2743200" cy="1965960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126480" y="2971800"/>
            <a:ext cx="1280160" cy="1965960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589520" y="2971800"/>
            <a:ext cx="128016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280160" cy="228600"/>
          </a:xfrm>
          <a:prstGeom prst="rect">
            <a:avLst/>
          </a:prstGeom>
          <a:solidFill>
            <a:srgbClr val="FF6B6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Version Control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early stages of the project, the team had no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way to track code changes. Members were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files through USB drives and messaging apps.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caused files to be overwritten, work to be lost,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constant confusion about which version was latest.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280160" cy="228600"/>
          </a:xfrm>
          <a:prstGeom prst="rect">
            <a:avLst/>
          </a:prstGeom>
          <a:solidFill>
            <a:srgbClr val="2ED573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adopted Git as our distributed version control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and GitHub as the remote repository. Every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change is now tracked with meaningful commit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like 'Add PostgreSQL support with SQLite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for local dev'. The repository shows a clean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with backend/, frontend/, docker-compose.yml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.gitignore — all under Jasim2032's account with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commits providing full traceability of the entire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history of the project.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3474720" cy="228600"/>
          </a:xfrm>
          <a:prstGeom prst="rect">
            <a:avLst/>
          </a:prstGeom>
          <a:solidFill>
            <a:srgbClr val="6C5CE7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1605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Full change history, easy rollbacks, team collaboration without conflicts</a:t>
            </a:r>
            <a:endParaRPr lang="en-US" sz="9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0" y="137160"/>
            <a:ext cx="4846320" cy="2423160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14800" y="2651760"/>
            <a:ext cx="484632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280160" cy="228600"/>
          </a:xfrm>
          <a:prstGeom prst="rect">
            <a:avLst/>
          </a:prstGeom>
          <a:solidFill>
            <a:srgbClr val="FF6B6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implementing CI/CD, every code change had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tested manually by the developer. There was no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feedback loop — developers would push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without running tests, leading to broken builds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bugs reaching the live application. Debugging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issues consumed valuable development time.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280160" cy="228600"/>
          </a:xfrm>
          <a:prstGeom prst="rect">
            <a:avLst/>
          </a:prstGeom>
          <a:solidFill>
            <a:srgbClr val="2ED573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created a CI/CD pipeline using GitHub Actions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(.github/workflows/ci.yml) that triggers automatically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push to the main branch. The pipeline runs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jobs in parallel: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Backend Tests - runs pytest on the Flask 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endpoints (completes in ~10 seconds)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Frontend Build - verifies the React application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compiles without errors (completes in ~1 minute)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get immediate visual feedback - green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checkmarks mean all tests passed, a red X means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broke and needs fixing before merging.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0" y="137160"/>
            <a:ext cx="4846320" cy="2423160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14800" y="2651760"/>
            <a:ext cx="484632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280160" cy="228600"/>
          </a:xfrm>
          <a:prstGeom prst="rect">
            <a:avLst/>
          </a:prstGeom>
          <a:solidFill>
            <a:srgbClr val="FF6B6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"Works on My Machine"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common issues in software teams 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inconsistency. Code that works perfectly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developer's laptop fails on another's because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different Python versions, missing npm packages,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conflicting system-level configurations. This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wasted hours of debugging time in our team.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280160" cy="228600"/>
          </a:xfrm>
          <a:prstGeom prst="rect">
            <a:avLst/>
          </a:prstGeom>
          <a:solidFill>
            <a:srgbClr val="2ED573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Containerisation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containerised both services using Docker. The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uses a python:3.11-slim base image and the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uses node:18-alpine. Docker Compose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both containers together, defining: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Port mappings (5000 for API, 3000 for frontend)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Volume mounts for persistent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Environment variables for configuration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Health checks for reliability monitoring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team member can run 'docker compose up --build'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get an identical, production-like environment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regardless of their host operating system.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0" y="137160"/>
            <a:ext cx="4846320" cy="2423160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14800" y="2651760"/>
            <a:ext cx="484632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280160" cy="228600"/>
          </a:xfrm>
          <a:prstGeom prst="rect">
            <a:avLst/>
          </a:prstGeom>
          <a:solidFill>
            <a:srgbClr val="FF6B6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 on Restart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initially used SQLite a file-based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stored inside the container. Every time the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server restarted or the container was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during deployment, the entire database was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wiped. All user accounts, workout logs,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and saved exercises were lost. This 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unacceptable for any production app.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280160" cy="228600"/>
          </a:xfrm>
          <a:prstGeom prst="rect">
            <a:avLst/>
          </a:prstGeom>
          <a:solidFill>
            <a:srgbClr val="2ED573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03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PostgreSQL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migrated from SQLite to Railway's managed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service. The backend code was refactored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support both databases, it automatically detects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DATABASE_URL environment variable and connects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PostgreSQL in production, while falling back 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for local development convenience.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PostgreSQL database runs as a completely separate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from the application container, meaning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through restarts, redeployments, and scaling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events. The /api/health endpoint confirms the active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"database": "postgresql".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0" y="137160"/>
            <a:ext cx="4846320" cy="2743200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14800" y="2971800"/>
            <a:ext cx="484632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280160" cy="228600"/>
          </a:xfrm>
          <a:prstGeom prst="rect">
            <a:avLst/>
          </a:prstGeom>
          <a:solidFill>
            <a:srgbClr val="FF6B6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20240" y="182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Downtime Visibility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92024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monitoring, the team had no way of knowing when the application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down. Users would report issues hours later. No data on uptime or response times.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766560" y="182880"/>
            <a:ext cx="1280160" cy="228600"/>
          </a:xfrm>
          <a:prstGeom prst="rect">
            <a:avLst/>
          </a:prstGeom>
          <a:solidFill>
            <a:srgbClr val="2ED573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1828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D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66560" y="457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UptimeRobot + /api/health pings every 5 min, emails on downtime, tracks response times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60120"/>
            <a:ext cx="8595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4297680" cy="256032"/>
          </a:xfrm>
          <a:prstGeom prst="rect">
            <a:avLst/>
          </a:prstGeom>
          <a:solidFill>
            <a:srgbClr val="6C5CE7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5943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Railway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 served via gunicorn with 2 workers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 as a separate managed service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Auto-deploys from GitHub on every push to main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variables: SECRET_KEY, DATABASE_URL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Dockerfile-based builds using python:3.11-slim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920240"/>
            <a:ext cx="4297680" cy="3017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54880" y="594360"/>
            <a:ext cx="4114800" cy="256032"/>
          </a:xfrm>
          <a:prstGeom prst="rect">
            <a:avLst/>
          </a:prstGeom>
          <a:solidFill>
            <a:srgbClr val="00D2FF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754880" y="594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Vercel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54880" y="9144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production build served as static files via CDN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GitHub for automatic deployments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REACT_APP_API_URL points to the Railway backend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at: fittrack-delta-brown.vercel.app</a:t>
            </a:r>
            <a:endParaRPr lang="en-US" sz="10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1920240"/>
            <a:ext cx="41148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Practices — Complete Summary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94360"/>
          <a:ext cx="8046720" cy="2404872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Identified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 Practice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/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version control — files shared via USB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5C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+ GitHub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88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7+ commits, clean repo, full history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testing — bugs reach 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A50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88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pytest + build on every push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inconsistency across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D2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+ Compose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88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command = identical environment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wiped on every container restart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ED5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Railway PostgreSQL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88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storage, separate from app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visibility when application goes down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UptimeRobot + /api/health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888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5-min checks, email alerts, 95.8% uptime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3246120"/>
            <a:ext cx="2743200" cy="17373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0" y="3246120"/>
            <a:ext cx="2743200" cy="173736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26480" y="3246120"/>
            <a:ext cx="274320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>
            <a:extLst>
              <a:ext uri="{FF2B5EF4-FFF2-40B4-BE49-F238E27FC236}">
                <a16:creationId xmlns:a16="http://schemas.microsoft.com/office/drawing/2014/main" id="{83147D87-F551-C12A-579A-4D93037B9FD7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9C24AF73-9BB4-8C1A-3F09-E08FD1CF964F}"/>
              </a:ext>
            </a:extLst>
          </p:cNvPr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2800" dirty="0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2E2ECF73-7195-978D-1ACC-7E0D26C90C44}"/>
              </a:ext>
            </a:extLst>
          </p:cNvPr>
          <p:cNvSpPr/>
          <p:nvPr/>
        </p:nvSpPr>
        <p:spPr>
          <a:xfrm>
            <a:off x="457200" y="960120"/>
            <a:ext cx="256032" cy="25603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01B54041-C88C-EC44-6000-F83FA21EB5D7}"/>
              </a:ext>
            </a:extLst>
          </p:cNvPr>
          <p:cNvSpPr/>
          <p:nvPr/>
        </p:nvSpPr>
        <p:spPr>
          <a:xfrm>
            <a:off x="457200" y="960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A8AC7680-211D-49A2-BA8D-F8E964C04B76}"/>
              </a:ext>
            </a:extLst>
          </p:cNvPr>
          <p:cNvSpPr/>
          <p:nvPr/>
        </p:nvSpPr>
        <p:spPr>
          <a:xfrm>
            <a:off x="868680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is a culture of automation and continuous improvement — not just tools</a:t>
            </a:r>
            <a:endParaRPr lang="en-US" sz="1400" dirty="0"/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DD565A3B-C4C2-60A7-A098-CF3378DBC153}"/>
              </a:ext>
            </a:extLst>
          </p:cNvPr>
          <p:cNvSpPr/>
          <p:nvPr/>
        </p:nvSpPr>
        <p:spPr>
          <a:xfrm>
            <a:off x="457200" y="1508760"/>
            <a:ext cx="256032" cy="25603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7A5D6C5A-4A72-FBE1-BD9A-E8BA01A478C0}"/>
              </a:ext>
            </a:extLst>
          </p:cNvPr>
          <p:cNvSpPr/>
          <p:nvPr/>
        </p:nvSpPr>
        <p:spPr>
          <a:xfrm>
            <a:off x="457200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B246D66B-23B2-3135-6D5C-197F61617195}"/>
              </a:ext>
            </a:extLst>
          </p:cNvPr>
          <p:cNvSpPr/>
          <p:nvPr/>
        </p:nvSpPr>
        <p:spPr>
          <a:xfrm>
            <a:off x="868680" y="1508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 catch bugs before they reach production, saving hours of debugging</a:t>
            </a:r>
            <a:endParaRPr lang="en-US" sz="1400" dirty="0"/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166197B4-0831-3D97-5A75-F757925B9037}"/>
              </a:ext>
            </a:extLst>
          </p:cNvPr>
          <p:cNvSpPr/>
          <p:nvPr/>
        </p:nvSpPr>
        <p:spPr>
          <a:xfrm>
            <a:off x="457200" y="2057400"/>
            <a:ext cx="256032" cy="25603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6D2C5DAB-54DE-770B-613B-835767512DD9}"/>
              </a:ext>
            </a:extLst>
          </p:cNvPr>
          <p:cNvSpPr/>
          <p:nvPr/>
        </p:nvSpPr>
        <p:spPr>
          <a:xfrm>
            <a:off x="457200" y="2057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267D9D17-8B69-894A-C5F5-D4F877D7E1F2}"/>
              </a:ext>
            </a:extLst>
          </p:cNvPr>
          <p:cNvSpPr/>
          <p:nvPr/>
        </p:nvSpPr>
        <p:spPr>
          <a:xfrm>
            <a:off x="868680" y="2057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eliminates environment-specific bugs by standardising the runtime</a:t>
            </a:r>
            <a:endParaRPr lang="en-US" sz="1400" dirty="0"/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DA6EBC79-0A9E-F150-0202-452AEE27BB5F}"/>
              </a:ext>
            </a:extLst>
          </p:cNvPr>
          <p:cNvSpPr/>
          <p:nvPr/>
        </p:nvSpPr>
        <p:spPr>
          <a:xfrm>
            <a:off x="457200" y="2606040"/>
            <a:ext cx="256032" cy="25603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9DF14E61-B976-DD10-7AAE-02F831A17F3A}"/>
              </a:ext>
            </a:extLst>
          </p:cNvPr>
          <p:cNvSpPr/>
          <p:nvPr/>
        </p:nvSpPr>
        <p:spPr>
          <a:xfrm>
            <a:off x="457200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302C2379-C20E-222C-EC55-4C87ACC78E96}"/>
              </a:ext>
            </a:extLst>
          </p:cNvPr>
          <p:cNvSpPr/>
          <p:nvPr/>
        </p:nvSpPr>
        <p:spPr>
          <a:xfrm>
            <a:off x="868680" y="2606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databases solve the data persistence problem in cloud environments</a:t>
            </a:r>
            <a:endParaRPr lang="en-US" sz="1400" dirty="0"/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0E6F1818-8674-5706-35E7-943978E0EB7F}"/>
              </a:ext>
            </a:extLst>
          </p:cNvPr>
          <p:cNvSpPr/>
          <p:nvPr/>
        </p:nvSpPr>
        <p:spPr>
          <a:xfrm>
            <a:off x="457200" y="3154680"/>
            <a:ext cx="256032" cy="25603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42" name="Text 15">
            <a:extLst>
              <a:ext uri="{FF2B5EF4-FFF2-40B4-BE49-F238E27FC236}">
                <a16:creationId xmlns:a16="http://schemas.microsoft.com/office/drawing/2014/main" id="{2D7AB083-A2AE-7CBA-73F5-BBE7E59E08A5}"/>
              </a:ext>
            </a:extLst>
          </p:cNvPr>
          <p:cNvSpPr/>
          <p:nvPr/>
        </p:nvSpPr>
        <p:spPr>
          <a:xfrm>
            <a:off x="457200" y="3154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5B1D5559-ACA0-F0C5-2B31-0C8C6F41662B}"/>
              </a:ext>
            </a:extLst>
          </p:cNvPr>
          <p:cNvSpPr/>
          <p:nvPr/>
        </p:nvSpPr>
        <p:spPr>
          <a:xfrm>
            <a:off x="868680" y="3154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provides visibility — you cannot fix what you cannot see</a:t>
            </a:r>
            <a:endParaRPr lang="en-US" sz="1400" dirty="0"/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021328A8-9DE7-E9FA-5446-5B31161A81D2}"/>
              </a:ext>
            </a:extLst>
          </p:cNvPr>
          <p:cNvSpPr/>
          <p:nvPr/>
        </p:nvSpPr>
        <p:spPr>
          <a:xfrm>
            <a:off x="457200" y="3794760"/>
            <a:ext cx="8229600" cy="18288"/>
          </a:xfrm>
          <a:prstGeom prst="rect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9715CC93-A82B-577F-6258-72B620A8C265}"/>
              </a:ext>
            </a:extLst>
          </p:cNvPr>
          <p:cNvSpPr/>
          <p:nvPr/>
        </p:nvSpPr>
        <p:spPr>
          <a:xfrm>
            <a:off x="457200" y="3931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3000" dirty="0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D47A40F4-C1E9-685A-6C0B-BCE108375303}"/>
              </a:ext>
            </a:extLst>
          </p:cNvPr>
          <p:cNvSpPr/>
          <p:nvPr/>
        </p:nvSpPr>
        <p:spPr>
          <a:xfrm>
            <a:off x="457200" y="44348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 fittrack-delta-brown.vercel.app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   github.com/Jasim2032/fittrack-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Health:     fittrack-production-f9ad.up.railway.app/api/health</a:t>
            </a:r>
            <a:endParaRPr lang="en-US" sz="1100" dirty="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A963502F-4975-0AD7-CF7A-75339775DB10}"/>
              </a:ext>
            </a:extLst>
          </p:cNvPr>
          <p:cNvSpPr/>
          <p:nvPr/>
        </p:nvSpPr>
        <p:spPr>
          <a:xfrm>
            <a:off x="594360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available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1037</Words>
  <Application>Microsoft Office PowerPoint</Application>
  <PresentationFormat>On-screen Show (16:9)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FitTrack — DevOps Implementation</dc:title>
  <dc:subject>PptxGenJS Presentation</dc:subject>
  <dc:creator>Jasim</dc:creator>
  <cp:lastModifiedBy>Muzakkir Pathan</cp:lastModifiedBy>
  <cp:revision>2</cp:revision>
  <dcterms:created xsi:type="dcterms:W3CDTF">2026-03-27T22:37:10Z</dcterms:created>
  <dcterms:modified xsi:type="dcterms:W3CDTF">2026-03-27T22:47:16Z</dcterms:modified>
</cp:coreProperties>
</file>